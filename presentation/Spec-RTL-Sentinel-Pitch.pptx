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87452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i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 Intent Auditor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6868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RAG that catches spec-to-silicon drift before it becomes a bug.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423160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07208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07208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61688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745736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00216" y="452628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684264" y="4526280"/>
            <a:ext cx="1554480" cy="502920"/>
          </a:xfrm>
          <a:prstGeom prst="roundRect">
            <a:avLst>
              <a:gd name="adj" fmla="val 10909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84264" y="45262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686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Mayuresh Piske</a:t>
            </a:r>
            <a:pPr algn="l"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Spec-faithful RTL verification, grounded in design intent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Specs and silicon drift apart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6126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 is built from a MAS, which refines a HAS.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decisions — “widen the bus to 64-bit”, “move STATUS to 0x08” — live in reviews, chats, and meeting notes.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rarely make it back into the formal specs.</a:t>
            </a:r>
            <a:endParaRPr lang="en-US" sz="17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clause-by-clause cross-checking is slow, inconsistent, and dropped under schedule pressure.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132320" y="1783080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0" y="1783080"/>
            <a:ext cx="100584" cy="14173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0" y="194767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7424928" y="26243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block, manual spec review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3355848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132320" y="3355848"/>
            <a:ext cx="100584" cy="1417320"/>
          </a:xfrm>
          <a:prstGeom prst="rect">
            <a:avLst/>
          </a:prstGeom>
          <a:solidFill>
            <a:srgbClr val="12324F"/>
          </a:solidFill>
          <a:ln/>
        </p:spPr>
      </p:sp>
      <p:sp>
        <p:nvSpPr>
          <p:cNvPr id="12" name="Text 10"/>
          <p:cNvSpPr/>
          <p:nvPr/>
        </p:nvSpPr>
        <p:spPr>
          <a:xfrm>
            <a:off x="7406640" y="35204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7424928" y="41970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mismatch = silicon bug or security hole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32320" y="4928616"/>
            <a:ext cx="448056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132320" y="4928616"/>
            <a:ext cx="100584" cy="14173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16" name="Text 14"/>
          <p:cNvSpPr/>
          <p:nvPr/>
        </p:nvSpPr>
        <p:spPr>
          <a:xfrm>
            <a:off x="7406640" y="509320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sources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7424928" y="57698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· MAS · decisions · RTL to reconcile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INSIGHT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tribal layer nobody indexes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specs capture the plan. The decisions that actually change the design live in the conversation around it — and no lint or spec-check tool reads that layer.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743200"/>
            <a:ext cx="118872" cy="841248"/>
          </a:xfrm>
          <a:prstGeom prst="rect">
            <a:avLst/>
          </a:prstGeom>
          <a:solidFill>
            <a:srgbClr val="0F5EA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74320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F5EA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846320" y="2743200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Top-level intent — performance, concept, security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784080" y="27432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85032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3685032"/>
            <a:ext cx="118872" cy="841248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685032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846320" y="3685032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Micro-architecture detail — registers, widths, FSM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784080" y="36850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WHAT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26864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DF0E2"/>
          </a:solidFill>
          <a:ln w="12700">
            <a:solidFill>
              <a:srgbClr val="B8560F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4626864"/>
            <a:ext cx="118872" cy="841248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26864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Decisions / Reviews / Meetings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846320" y="4626864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Amendments that override or reinforce the specs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784080" y="46268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AS-AGREED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5568696"/>
            <a:ext cx="1088136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5568696"/>
            <a:ext cx="118872" cy="841248"/>
          </a:xfrm>
          <a:prstGeom prst="rect">
            <a:avLst/>
          </a:prstGeom>
          <a:solidFill>
            <a:srgbClr val="0E6B0E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568696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6B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846320" y="5568696"/>
            <a:ext cx="5120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784080" y="55686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5A647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AS-BUILT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DOES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audit across every layer of intent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ingests all four layers into a RAG store, reconciles conflicts by authority, and checks RTL against the resolved intent — producing a clause-by-clause drift report.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6012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Ingest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91440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+ MAS + decisions + RTL into a grounded RAG store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42900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74904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3" name="Text 11"/>
          <p:cNvSpPr/>
          <p:nvPr/>
        </p:nvSpPr>
        <p:spPr>
          <a:xfrm>
            <a:off x="374904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70332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Reconcile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70332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resolver settles spec-vs-decision conflicts by seniority + recency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4922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49224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→ MAS → RTL; flag requirements never refined (gaps)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006840" y="2743200"/>
            <a:ext cx="2615184" cy="274320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26880" y="3063240"/>
            <a:ext cx="640080" cy="64008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0" y="30632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28116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9281160" y="4343400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/ drift / missing / conflict / gap — each citing its source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Multi-agent RAG pipeline</a:t>
            </a:r>
            <a:endParaRPr lang="en-US" sz="3000" dirty="0"/>
          </a:p>
        </p:txBody>
      </p:sp>
      <p:pic>
        <p:nvPicPr>
          <p:cNvPr id="5" name="Image 0" descr="doc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00200"/>
            <a:ext cx="1124712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pipeline of specialised agents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HAS Parser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top-level requirements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5112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25112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1" name="Text 9"/>
          <p:cNvSpPr/>
          <p:nvPr/>
        </p:nvSpPr>
        <p:spPr>
          <a:xfrm>
            <a:off x="4581144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 Extractor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81144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→ testable claims, traced to HAS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10144" y="1828800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10144" y="1828800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Decision Ingest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2487168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Reviews/meetings w/ authority + date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Scanner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96112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CSR map, FSM states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5112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25112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3" name="Text 21"/>
          <p:cNvSpPr/>
          <p:nvPr/>
        </p:nvSpPr>
        <p:spPr>
          <a:xfrm>
            <a:off x="4581144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Authority Resolver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81144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 vs decisions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10144" y="3319272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10144" y="3319272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27" name="Text 25"/>
          <p:cNvSpPr/>
          <p:nvPr/>
        </p:nvSpPr>
        <p:spPr>
          <a:xfrm>
            <a:off x="8266176" y="35021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Traceability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266176" y="397764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HAS→MAS→RTL coverage + gaps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40080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0080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Mapper / Diff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96112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claims × RTL facts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325112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25112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5" name="Text 33"/>
          <p:cNvSpPr/>
          <p:nvPr/>
        </p:nvSpPr>
        <p:spPr>
          <a:xfrm>
            <a:off x="4581144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 Checker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4581144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dynamic claims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010144" y="4809744"/>
            <a:ext cx="35661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10144" y="4809744"/>
            <a:ext cx="100584" cy="13716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9" name="Text 37"/>
          <p:cNvSpPr/>
          <p:nvPr/>
        </p:nvSpPr>
        <p:spPr>
          <a:xfrm>
            <a:off x="8266176" y="499262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 Generator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8266176" y="546811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drift report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40080" y="6400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C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grounded in a dependency-free multi-source RAG store — runs fully offline.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it catches — in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73736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🟥 Drift · high confidence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1396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is 32-bit; MAS and the Aug-28 arch review both require 64-bit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56032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6032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517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0.5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296265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lacks the WRITE_OUT state required by MAS §4.1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83280"/>
            <a:ext cx="109728" cy="731520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7472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Missing · 0.8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14400" y="378561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performance counter (MAS §3.3) not implemented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20624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4206240"/>
            <a:ext cx="109728" cy="731520"/>
          </a:xfrm>
          <a:prstGeom prst="rect">
            <a:avLst/>
          </a:prstGeom>
          <a:solidFill>
            <a:srgbClr val="B8560F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429768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8560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 Spec conflict · auto-resolved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4400" y="460857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INT_STATUS: MAS 0x054 vs Sep-02 review 0x058 — RTL follows the review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502920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" y="5029200"/>
            <a:ext cx="109728" cy="731520"/>
          </a:xfrm>
          <a:prstGeom prst="rect">
            <a:avLst/>
          </a:prstGeom>
          <a:solidFill>
            <a:srgbClr val="0C6B78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512064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🟡 Undocumented · explained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14400" y="543153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DBG_SCRATCH in RTL — an Aug-20 meeting flagged it as a temporary hook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852160"/>
            <a:ext cx="79552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0080" y="5852160"/>
            <a:ext cx="109728" cy="731520"/>
          </a:xfrm>
          <a:prstGeom prst="rect">
            <a:avLst/>
          </a:prstGeom>
          <a:solidFill>
            <a:srgbClr val="5C2D91"/>
          </a:solidFill>
          <a:ln/>
        </p:spPr>
      </p:sp>
      <p:sp>
        <p:nvSpPr>
          <p:cNvPr id="27" name="Text 25"/>
          <p:cNvSpPr/>
          <p:nvPr/>
        </p:nvSpPr>
        <p:spPr>
          <a:xfrm>
            <a:off x="914400" y="594360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5C2D9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▲ Traceability gap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14400" y="6254496"/>
            <a:ext cx="7589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(multi-clock CDC) was never refined into a MAS claim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869680" y="1737360"/>
            <a:ext cx="2743200" cy="4846320"/>
          </a:xfrm>
          <a:prstGeom prst="roundRect">
            <a:avLst>
              <a:gd name="adj" fmla="val 266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869680" y="20116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ZEPHYR COSS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869680" y="242316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🚨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869680" y="32004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DRIFT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DETECTED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869680" y="4206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verified · 1 drift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missing · 1 conflict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· 1 undocumented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869680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claims · one command · zero API keys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MILESTONE GATES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 the RTL 0.1-clean? 0.5-clean?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2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is the golden reference — never flagged. </a:t>
            </a:r>
            <a:pPr indent="0" marL="0">
              <a:buNone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and RTL are checked against it milestone by milestone, so each stage only checks what should be done by then.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1460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514600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8" name="Shape 6"/>
          <p:cNvSpPr/>
          <p:nvPr/>
        </p:nvSpPr>
        <p:spPr>
          <a:xfrm>
            <a:off x="868680" y="2697480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6974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08760" y="2624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Boundary — interface ports + CSR registers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508760" y="29718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m_axi_wdata 32-bit vs 64-bit drift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86600" y="2514600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456432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456432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39312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3931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50876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Functional behavior (FSM, datapath)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50876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FSM missing WRITE_OUT state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3456432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40080" y="4398264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2" name="Shape 20"/>
          <p:cNvSpPr/>
          <p:nvPr/>
        </p:nvSpPr>
        <p:spPr>
          <a:xfrm>
            <a:off x="868680" y="4581144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23" name="Text 21"/>
          <p:cNvSpPr/>
          <p:nvPr/>
        </p:nvSpPr>
        <p:spPr>
          <a:xfrm>
            <a:off x="868680" y="4581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08760" y="450799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Errors, DFT, perf counters, debug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08760" y="48554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PERF_MISS counter not implemented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86600" y="4398264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40080" y="53400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0080" y="5340096"/>
            <a:ext cx="118872" cy="841248"/>
          </a:xfrm>
          <a:prstGeom prst="rect">
            <a:avLst/>
          </a:prstGeom>
          <a:solidFill>
            <a:srgbClr val="B01722"/>
          </a:solidFill>
          <a:ln/>
        </p:spPr>
      </p:sp>
      <p:sp>
        <p:nvSpPr>
          <p:cNvPr id="29" name="Shape 27"/>
          <p:cNvSpPr/>
          <p:nvPr/>
        </p:nvSpPr>
        <p:spPr>
          <a:xfrm>
            <a:off x="868680" y="5522976"/>
            <a:ext cx="475488" cy="475488"/>
          </a:xfrm>
          <a:prstGeom prst="ellipse">
            <a:avLst/>
          </a:prstGeom>
          <a:solidFill>
            <a:srgbClr val="12324F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522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1.0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08760" y="5449824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Overall / integration — everything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508760" y="5797296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HAS-09 multi-clock CDC gap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086600" y="5340096"/>
            <a:ext cx="1645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172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🚨 FAIL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9052560" y="2514600"/>
            <a:ext cx="2560320" cy="3721608"/>
          </a:xfrm>
          <a:prstGeom prst="roundRect">
            <a:avLst>
              <a:gd name="adj" fmla="val 2857"/>
            </a:avLst>
          </a:prstGeom>
          <a:solidFill>
            <a:srgbClr val="12324F"/>
          </a:solidFill>
          <a:ln w="12700">
            <a:solidFill>
              <a:srgbClr val="D7E1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5256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Cumulative gates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35440" y="3246120"/>
            <a:ext cx="2194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milestone re-checks everything below it.</a:t>
            </a:r>
            <a:endParaRPr lang="en-US" sz="1300" dirty="0"/>
          </a:p>
          <a:p>
            <a:pPr algn="l" indent="0" marL="0">
              <a:buNone/>
            </a:pP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passes only when every in-scope claim is verified — no drift, no gap.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9052560" y="56692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RTL isn't even 0.1-ready yet.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IT'S DIFFERENT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Grounded. Traceable. Trustworthy.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377440"/>
            <a:ext cx="731520" cy="7315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Indexes the tribal layer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tool that reads the decisions in reviews and meetings — not just one static spec.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377440"/>
            <a:ext cx="731520" cy="731520"/>
          </a:xfrm>
          <a:prstGeom prst="ellipse">
            <a:avLst/>
          </a:prstGeom>
          <a:solidFill>
            <a:srgbClr val="B8560F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1772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Resolves source conflicts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61772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Reconciles spec-vs-decision by authority + recency before ever touching the RTL.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2011680"/>
            <a:ext cx="3566160" cy="384048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2377440"/>
            <a:ext cx="731520" cy="731520"/>
          </a:xfrm>
          <a:prstGeom prst="ellipse">
            <a:avLst/>
          </a:prstGeom>
          <a:solidFill>
            <a:srgbClr val="5C2D91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2377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321040" y="32918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Cites every finding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321040" y="4114800"/>
            <a:ext cx="3063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links to the exact HAS/MAS clause or decision it is grounded in. No hallucinations.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66928"/>
            <a:ext cx="146304" cy="146304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457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IMPACT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30352" y="8229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review to seconds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85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seconds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3268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audit RTL against 4 intent layers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1772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63600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findings source-cited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5661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7E1EC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33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321040" y="214884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C6B7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339328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keys — runs fully offline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324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benefits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108813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verification engineers — stop hand-diffing specs against RTL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Architects — see which top-level requirements are actually implemented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&amp; PMs — a living drift metric per commit, not a one-time review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IP teams — catch key/register drift before tapeout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C8599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85800"/>
            <a:ext cx="146304" cy="146304"/>
          </a:xfrm>
          <a:prstGeom prst="ellipse">
            <a:avLst/>
          </a:prstGeom>
          <a:solidFill>
            <a:srgbClr val="7FD4E0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5760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FD4E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Built offline today — Azure OpenAI RAG tomorrow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103120"/>
            <a:ext cx="1042416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TF-cosine index for Azure OpenAI embeddings + ChromaDB / FAISS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claim extraction from free-form spec prose (documented hook)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HDL parsing at scale (pyslang / pyverilog)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decision sources — Teams, ADO review comments, meeting transcripts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892040"/>
            <a:ext cx="10515600" cy="1234440"/>
          </a:xfrm>
          <a:prstGeom prst="roundRect">
            <a:avLst>
              <a:gd name="adj" fmla="val 5926"/>
            </a:avLst>
          </a:prstGeom>
          <a:solidFill>
            <a:srgbClr val="1C4E7A"/>
          </a:solidFill>
          <a:ln w="12700">
            <a:solidFill>
              <a:srgbClr val="3E6E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5074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F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it: 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examples/run_demo.py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143000" y="5532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github.com/mayureshpiske19/mas-rtl-sentinel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63550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DB4C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Spec-RTL Sentinel — catching spec-to-silicon drift before it becomes a bug.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Spec-RTL Sentinel — Design Intent Auditor</dc:title>
  <dc:subject>PptxGenJS Presentation</dc:subject>
  <dc:creator>Mayuresh Piske</dc:creator>
  <cp:lastModifiedBy>Mayuresh Piske</cp:lastModifiedBy>
  <cp:revision>1</cp:revision>
  <dcterms:created xsi:type="dcterms:W3CDTF">2026-09-04T18:39:10Z</dcterms:created>
  <dcterms:modified xsi:type="dcterms:W3CDTF">2026-09-04T18:39:10Z</dcterms:modified>
</cp:coreProperties>
</file>