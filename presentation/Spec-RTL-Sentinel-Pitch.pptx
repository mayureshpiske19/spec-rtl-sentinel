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87452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SPEC-RTL SENTINEL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868680" y="28803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i="1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 Intent Auditor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868680" y="36118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RAG that catches spec-to-silicon drift before it becomes a bug.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4526280"/>
            <a:ext cx="1554480" cy="502920"/>
          </a:xfrm>
          <a:prstGeom prst="roundRect">
            <a:avLst>
              <a:gd name="adj" fmla="val 10909"/>
            </a:avLst>
          </a:prstGeom>
          <a:solidFill>
            <a:srgbClr val="1C4E7A"/>
          </a:solidFill>
          <a:ln w="12700">
            <a:solidFill>
              <a:srgbClr val="3E6E9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45262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423160" y="4526280"/>
            <a:ext cx="384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807208" y="4526280"/>
            <a:ext cx="1554480" cy="502920"/>
          </a:xfrm>
          <a:prstGeom prst="roundRect">
            <a:avLst>
              <a:gd name="adj" fmla="val 10909"/>
            </a:avLst>
          </a:prstGeom>
          <a:solidFill>
            <a:srgbClr val="1C4E7A"/>
          </a:solidFill>
          <a:ln w="12700">
            <a:solidFill>
              <a:srgbClr val="3E6E9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07208" y="45262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61688" y="4526280"/>
            <a:ext cx="384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745736" y="4526280"/>
            <a:ext cx="1554480" cy="502920"/>
          </a:xfrm>
          <a:prstGeom prst="roundRect">
            <a:avLst>
              <a:gd name="adj" fmla="val 10909"/>
            </a:avLst>
          </a:prstGeom>
          <a:solidFill>
            <a:srgbClr val="1C4E7A"/>
          </a:solidFill>
          <a:ln w="12700">
            <a:solidFill>
              <a:srgbClr val="3E6E9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45736" y="45262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300216" y="4526280"/>
            <a:ext cx="384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684264" y="4526280"/>
            <a:ext cx="1554480" cy="502920"/>
          </a:xfrm>
          <a:prstGeom prst="roundRect">
            <a:avLst>
              <a:gd name="adj" fmla="val 10909"/>
            </a:avLst>
          </a:prstGeom>
          <a:solidFill>
            <a:srgbClr val="1C4E7A"/>
          </a:solidFill>
          <a:ln w="12700">
            <a:solidFill>
              <a:srgbClr val="3E6E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84264" y="45262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RTL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68680" y="58978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Mayuresh Piske</a:t>
            </a:r>
            <a:pPr algn="l" indent="0" marL="0">
              <a:buNone/>
            </a:pPr>
            <a:r>
              <a:rPr lang="en-US" sz="1400" dirty="0">
                <a:solidFill>
                  <a:srgbClr val="9D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Spec-faithful RTL verification, grounded in design intent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Specs and silicon drift apart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6126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RTL is built from a MAS, which refines a HAS.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real decisions — “widen the bus to 64-bit”, “move STATUS to 0x08” — live in reviews, chats, and meeting notes.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rarely make it back into the formal specs.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clause-by-clause cross-checking is slow, inconsistent, and dropped under schedule pressure.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132320" y="1783080"/>
            <a:ext cx="44805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132320" y="1783080"/>
            <a:ext cx="100584" cy="1417320"/>
          </a:xfrm>
          <a:prstGeom prst="rect">
            <a:avLst/>
          </a:prstGeom>
          <a:solidFill>
            <a:srgbClr val="B01722"/>
          </a:solidFill>
          <a:ln/>
        </p:spPr>
      </p:sp>
      <p:sp>
        <p:nvSpPr>
          <p:cNvPr id="8" name="Text 6"/>
          <p:cNvSpPr/>
          <p:nvPr/>
        </p:nvSpPr>
        <p:spPr>
          <a:xfrm>
            <a:off x="7406640" y="1947672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Hours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7424928" y="262432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block, manual spec review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132320" y="3355848"/>
            <a:ext cx="44805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132320" y="3355848"/>
            <a:ext cx="100584" cy="1417320"/>
          </a:xfrm>
          <a:prstGeom prst="rect">
            <a:avLst/>
          </a:prstGeom>
          <a:solidFill>
            <a:srgbClr val="12324F"/>
          </a:solidFill>
          <a:ln/>
        </p:spPr>
      </p:sp>
      <p:sp>
        <p:nvSpPr>
          <p:cNvPr id="12" name="Text 10"/>
          <p:cNvSpPr/>
          <p:nvPr/>
        </p:nvSpPr>
        <p:spPr>
          <a:xfrm>
            <a:off x="7406640" y="352044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7424928" y="419709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mismatch = silicon bug or security hole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132320" y="4928616"/>
            <a:ext cx="44805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132320" y="4928616"/>
            <a:ext cx="100584" cy="1417320"/>
          </a:xfrm>
          <a:prstGeom prst="rect">
            <a:avLst/>
          </a:prstGeom>
          <a:solidFill>
            <a:srgbClr val="0C6B78"/>
          </a:solidFill>
          <a:ln/>
        </p:spPr>
      </p:sp>
      <p:sp>
        <p:nvSpPr>
          <p:cNvPr id="16" name="Text 14"/>
          <p:cNvSpPr/>
          <p:nvPr/>
        </p:nvSpPr>
        <p:spPr>
          <a:xfrm>
            <a:off x="7406640" y="5093208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C6B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sources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7424928" y="576986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· MAS · decisions · RTL to reconcile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INSIGHT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tribal layer nobody indexes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specs capture the plan. The decisions that actually change the design live in the conversation around it — and no lint or spec-check tool reads that layer.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2743200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2743200"/>
            <a:ext cx="118872" cy="841248"/>
          </a:xfrm>
          <a:prstGeom prst="rect">
            <a:avLst/>
          </a:prstGeom>
          <a:solidFill>
            <a:srgbClr val="0F5EA8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743200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F5E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846320" y="2743200"/>
            <a:ext cx="5120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Top-level intent — performance, concept, security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784080" y="2743200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5A64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WHY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685032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3685032"/>
            <a:ext cx="118872" cy="841248"/>
          </a:xfrm>
          <a:prstGeom prst="rect">
            <a:avLst/>
          </a:prstGeom>
          <a:solidFill>
            <a:srgbClr val="5C2D91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3685032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5C2D9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846320" y="3685032"/>
            <a:ext cx="5120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Micro-architecture detail — registers, widths, FSM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784080" y="3685032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5A64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WHAT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626864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FDF0E2"/>
          </a:solidFill>
          <a:ln w="12700">
            <a:solidFill>
              <a:srgbClr val="B8560F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080" y="4626864"/>
            <a:ext cx="118872" cy="841248"/>
          </a:xfrm>
          <a:prstGeom prst="rect">
            <a:avLst/>
          </a:prstGeom>
          <a:solidFill>
            <a:srgbClr val="B8560F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4626864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B8560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Decisions / Reviews / Meetings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846320" y="4626864"/>
            <a:ext cx="5120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Amendments that override or reinforce the specs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784080" y="4626864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5A64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AS-AGREED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5568696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5568696"/>
            <a:ext cx="118872" cy="841248"/>
          </a:xfrm>
          <a:prstGeom prst="rect">
            <a:avLst/>
          </a:prstGeom>
          <a:solidFill>
            <a:srgbClr val="0E6B0E"/>
          </a:solidFill>
          <a:ln/>
        </p:spPr>
      </p:sp>
      <p:sp>
        <p:nvSpPr>
          <p:cNvPr id="23" name="Text 21"/>
          <p:cNvSpPr/>
          <p:nvPr/>
        </p:nvSpPr>
        <p:spPr>
          <a:xfrm>
            <a:off x="914400" y="5568696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E6B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RTL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4846320" y="5568696"/>
            <a:ext cx="5120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implementation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784080" y="5568696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5A64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AS-BUILT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IT DOES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audit across every layer of intent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 ingests all four layers into a RAG store, reconciles conflicts by authority, and checks RTL against the resolved intent — producing a clause-by-clause drift report.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2743200"/>
            <a:ext cx="2615184" cy="274320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60120" y="3063240"/>
            <a:ext cx="640080" cy="640080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3063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14400" y="3840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Ingest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914400" y="4343400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+ MAS + decisions + RTL into a grounded RAG store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3429000" y="2743200"/>
            <a:ext cx="2615184" cy="274320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749040" y="3063240"/>
            <a:ext cx="640080" cy="640080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13" name="Text 11"/>
          <p:cNvSpPr/>
          <p:nvPr/>
        </p:nvSpPr>
        <p:spPr>
          <a:xfrm>
            <a:off x="3749040" y="3063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3703320" y="3840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Reconcile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3703320" y="4343400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 resolver settles spec-vs-decision conflicts by seniority + recency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17920" y="2743200"/>
            <a:ext cx="2615184" cy="274320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37960" y="3063240"/>
            <a:ext cx="640080" cy="640080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18" name="Text 16"/>
          <p:cNvSpPr/>
          <p:nvPr/>
        </p:nvSpPr>
        <p:spPr>
          <a:xfrm>
            <a:off x="6537960" y="3063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492240" y="3840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Trace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6492240" y="4343400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→ MAS → RTL; flag requirements never refined (gaps)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9006840" y="2743200"/>
            <a:ext cx="2615184" cy="274320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326880" y="3063240"/>
            <a:ext cx="640080" cy="640080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23" name="Text 21"/>
          <p:cNvSpPr/>
          <p:nvPr/>
        </p:nvSpPr>
        <p:spPr>
          <a:xfrm>
            <a:off x="9326880" y="3063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9281160" y="3840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9281160" y="4343400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/ drift / missing / conflict / gap — each citing its source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Multi-agent RAG pipeline</a:t>
            </a:r>
            <a:endParaRPr lang="en-US" sz="3000" dirty="0"/>
          </a:p>
        </p:txBody>
      </p:sp>
      <p:pic>
        <p:nvPicPr>
          <p:cNvPr id="5" name="Image 0" descr="docs/architec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600200"/>
            <a:ext cx="11247120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AGENTS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pipeline of specialised agents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828800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20116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HAS Parser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96112" y="2487168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top-level requirements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25112" y="182880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25112" y="1828800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11" name="Text 9"/>
          <p:cNvSpPr/>
          <p:nvPr/>
        </p:nvSpPr>
        <p:spPr>
          <a:xfrm>
            <a:off x="4581144" y="20116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 Extractor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81144" y="2487168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→ testable claims, traced to HAS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10144" y="182880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10144" y="1828800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15" name="Text 13"/>
          <p:cNvSpPr/>
          <p:nvPr/>
        </p:nvSpPr>
        <p:spPr>
          <a:xfrm>
            <a:off x="8266176" y="20116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 Ingest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66176" y="2487168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Reviews/meetings w/ authority + date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3319272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3319272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35021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RTL Scanner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96112" y="39776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Ports, CSR map, FSM states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25112" y="3319272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325112" y="3319272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23" name="Text 21"/>
          <p:cNvSpPr/>
          <p:nvPr/>
        </p:nvSpPr>
        <p:spPr>
          <a:xfrm>
            <a:off x="4581144" y="35021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Authority Resolver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581144" y="39776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Reconciles spec vs decisions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10144" y="3319272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010144" y="3319272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27" name="Text 25"/>
          <p:cNvSpPr/>
          <p:nvPr/>
        </p:nvSpPr>
        <p:spPr>
          <a:xfrm>
            <a:off x="8266176" y="35021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Traceability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266176" y="39776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HAS→MAS→RTL coverage + gaps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40080" y="4809744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0080" y="4809744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31" name="Text 29"/>
          <p:cNvSpPr/>
          <p:nvPr/>
        </p:nvSpPr>
        <p:spPr>
          <a:xfrm>
            <a:off x="896112" y="499262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Mapper / Diff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96112" y="5468112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Resolved claims × RTL facts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325112" y="4809744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325112" y="4809744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35" name="Text 33"/>
          <p:cNvSpPr/>
          <p:nvPr/>
        </p:nvSpPr>
        <p:spPr>
          <a:xfrm>
            <a:off x="4581144" y="499262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 Checker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4581144" y="5468112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dynamic claims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010144" y="4809744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010144" y="4809744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39" name="Text 37"/>
          <p:cNvSpPr/>
          <p:nvPr/>
        </p:nvSpPr>
        <p:spPr>
          <a:xfrm>
            <a:off x="8266176" y="499262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 Generator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8266176" y="5468112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 drift report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640080" y="64008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grounded in a dependency-free multi-source RAG store — runs fully offline.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it catches — in seconds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79552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737360"/>
            <a:ext cx="109728" cy="731520"/>
          </a:xfrm>
          <a:prstGeom prst="rect">
            <a:avLst/>
          </a:prstGeom>
          <a:solidFill>
            <a:srgbClr val="B01722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828800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🟥 Drift · high confidence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14400" y="2139696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m_axi_wdata is 32-bit; MAS and the Aug-28 arch review both require 64-bit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560320"/>
            <a:ext cx="79552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560320"/>
            <a:ext cx="109728" cy="731520"/>
          </a:xfrm>
          <a:prstGeom prst="rect">
            <a:avLst/>
          </a:prstGeom>
          <a:solidFill>
            <a:srgbClr val="B01722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651760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❌ Missing · 0.5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14400" y="2962656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FSM lacks the WRITE_OUT state required by MAS §4.1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3383280"/>
            <a:ext cx="79552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3383280"/>
            <a:ext cx="109728" cy="731520"/>
          </a:xfrm>
          <a:prstGeom prst="rect">
            <a:avLst/>
          </a:prstGeom>
          <a:solidFill>
            <a:srgbClr val="B01722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474720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❌ Missing · 0.8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914400" y="3785616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PERF_MISS performance counter (MAS §3.3) not implemented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206240"/>
            <a:ext cx="79552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206240"/>
            <a:ext cx="109728" cy="731520"/>
          </a:xfrm>
          <a:prstGeom prst="rect">
            <a:avLst/>
          </a:prstGeom>
          <a:solidFill>
            <a:srgbClr val="B8560F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4297680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B8560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⚠ Spec conflict · auto-resolved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914400" y="4608576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INT_STATUS: MAS 0x054 vs Sep-02 review 0x058 — RTL follows the review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5029200"/>
            <a:ext cx="79552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" y="5029200"/>
            <a:ext cx="109728" cy="731520"/>
          </a:xfrm>
          <a:prstGeom prst="rect">
            <a:avLst/>
          </a:prstGeom>
          <a:solidFill>
            <a:srgbClr val="0C6B78"/>
          </a:solidFill>
          <a:ln/>
        </p:spPr>
      </p:sp>
      <p:sp>
        <p:nvSpPr>
          <p:cNvPr id="23" name="Text 21"/>
          <p:cNvSpPr/>
          <p:nvPr/>
        </p:nvSpPr>
        <p:spPr>
          <a:xfrm>
            <a:off x="914400" y="5120640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C6B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🟡 Undocumented · explained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914400" y="5431536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DBG_SCRATCH in RTL — an Aug-20 meeting flagged it as a temporary hook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5852160"/>
            <a:ext cx="79552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0080" y="5852160"/>
            <a:ext cx="109728" cy="731520"/>
          </a:xfrm>
          <a:prstGeom prst="rect">
            <a:avLst/>
          </a:prstGeom>
          <a:solidFill>
            <a:srgbClr val="5C2D91"/>
          </a:solidFill>
          <a:ln/>
        </p:spPr>
      </p:sp>
      <p:sp>
        <p:nvSpPr>
          <p:cNvPr id="27" name="Text 25"/>
          <p:cNvSpPr/>
          <p:nvPr/>
        </p:nvSpPr>
        <p:spPr>
          <a:xfrm>
            <a:off x="914400" y="5943600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5C2D9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▲ Traceability gap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914400" y="6254496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HAS-09 (multi-clock CDC) was never refined into a MAS claim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869680" y="1737360"/>
            <a:ext cx="2743200" cy="4846320"/>
          </a:xfrm>
          <a:prstGeom prst="roundRect">
            <a:avLst>
              <a:gd name="adj" fmla="val 2667"/>
            </a:avLst>
          </a:prstGeom>
          <a:solidFill>
            <a:srgbClr val="12324F"/>
          </a:solidFill>
          <a:ln w="12700">
            <a:solidFill>
              <a:srgbClr val="D7E1E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869680" y="2011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ZEPHYR COSS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869680" y="242316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🚨</a:t>
            </a:r>
            <a:endParaRPr lang="en-US" sz="4000" dirty="0"/>
          </a:p>
        </p:txBody>
      </p:sp>
      <p:sp>
        <p:nvSpPr>
          <p:cNvPr id="32" name="Text 30"/>
          <p:cNvSpPr/>
          <p:nvPr/>
        </p:nvSpPr>
        <p:spPr>
          <a:xfrm>
            <a:off x="8869680" y="32004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DRIFT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DETECTED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8869680" y="4206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verified · 1 drift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missing · 1 conflict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gap · 1 undocumented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869680" y="59893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F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claims · one command · zero API keys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MILESTONE GATES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 the RTL 0.1-clean? 0.5-clean?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is the golden reference — never flagged. </a:t>
            </a:r>
            <a:pPr indent="0" marL="0">
              <a:buNone/>
            </a:pPr>
            <a:r>
              <a:rPr lang="en-US" sz="16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and RTL are checked against it milestone by milestone, so each stage only checks what should be done by then.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14600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514600"/>
            <a:ext cx="118872" cy="841248"/>
          </a:xfrm>
          <a:prstGeom prst="rect">
            <a:avLst/>
          </a:prstGeom>
          <a:solidFill>
            <a:srgbClr val="B01722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" y="2697480"/>
            <a:ext cx="475488" cy="475488"/>
          </a:xfrm>
          <a:prstGeom prst="ellipse">
            <a:avLst/>
          </a:prstGeom>
          <a:solidFill>
            <a:srgbClr val="12324F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6974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508760" y="26243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Boundary — interface ports + CSR registers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1508760" y="297180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m_axi_wdata 32-bit vs 64-bit drift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086600" y="2514600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🚨 FAIL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3456432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3456432"/>
            <a:ext cx="118872" cy="841248"/>
          </a:xfrm>
          <a:prstGeom prst="rect">
            <a:avLst/>
          </a:prstGeom>
          <a:solidFill>
            <a:srgbClr val="B01722"/>
          </a:solidFill>
          <a:ln/>
        </p:spPr>
      </p:sp>
      <p:sp>
        <p:nvSpPr>
          <p:cNvPr id="15" name="Shape 13"/>
          <p:cNvSpPr/>
          <p:nvPr/>
        </p:nvSpPr>
        <p:spPr>
          <a:xfrm>
            <a:off x="868680" y="3639312"/>
            <a:ext cx="475488" cy="475488"/>
          </a:xfrm>
          <a:prstGeom prst="ellipse">
            <a:avLst/>
          </a:prstGeom>
          <a:solidFill>
            <a:srgbClr val="12324F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6393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508760" y="3566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 Functional behavior (FSM, datapath)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508760" y="391363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FSM missing WRITE_OUT state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086600" y="3456432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🚨 FAIL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40080" y="4398264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0080" y="4398264"/>
            <a:ext cx="118872" cy="841248"/>
          </a:xfrm>
          <a:prstGeom prst="rect">
            <a:avLst/>
          </a:prstGeom>
          <a:solidFill>
            <a:srgbClr val="B01722"/>
          </a:solidFill>
          <a:ln/>
        </p:spPr>
      </p:sp>
      <p:sp>
        <p:nvSpPr>
          <p:cNvPr id="22" name="Shape 20"/>
          <p:cNvSpPr/>
          <p:nvPr/>
        </p:nvSpPr>
        <p:spPr>
          <a:xfrm>
            <a:off x="868680" y="4581144"/>
            <a:ext cx="475488" cy="475488"/>
          </a:xfrm>
          <a:prstGeom prst="ellipse">
            <a:avLst/>
          </a:prstGeom>
          <a:solidFill>
            <a:srgbClr val="12324F"/>
          </a:solidFill>
          <a:ln/>
        </p:spPr>
      </p:sp>
      <p:sp>
        <p:nvSpPr>
          <p:cNvPr id="23" name="Text 21"/>
          <p:cNvSpPr/>
          <p:nvPr/>
        </p:nvSpPr>
        <p:spPr>
          <a:xfrm>
            <a:off x="868680" y="4581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0.8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508760" y="450799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 Errors, DFT, perf counters, debug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508760" y="4855464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PERF_MISS counter not implemented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086600" y="4398264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🚨 FAIL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40080" y="5340096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40080" y="5340096"/>
            <a:ext cx="118872" cy="841248"/>
          </a:xfrm>
          <a:prstGeom prst="rect">
            <a:avLst/>
          </a:prstGeom>
          <a:solidFill>
            <a:srgbClr val="B01722"/>
          </a:solidFill>
          <a:ln/>
        </p:spPr>
      </p:sp>
      <p:sp>
        <p:nvSpPr>
          <p:cNvPr id="29" name="Shape 27"/>
          <p:cNvSpPr/>
          <p:nvPr/>
        </p:nvSpPr>
        <p:spPr>
          <a:xfrm>
            <a:off x="868680" y="5522976"/>
            <a:ext cx="475488" cy="475488"/>
          </a:xfrm>
          <a:prstGeom prst="ellipse">
            <a:avLst/>
          </a:prstGeom>
          <a:solidFill>
            <a:srgbClr val="12324F"/>
          </a:solidFill>
          <a:ln/>
        </p:spPr>
      </p:sp>
      <p:sp>
        <p:nvSpPr>
          <p:cNvPr id="30" name="Text 28"/>
          <p:cNvSpPr/>
          <p:nvPr/>
        </p:nvSpPr>
        <p:spPr>
          <a:xfrm>
            <a:off x="868680" y="55229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1.0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508760" y="5449824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Overall / integration — everything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1508760" y="5797296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HAS-09 multi-clock CDC gap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086600" y="5340096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🚨 FAIL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9052560" y="2514600"/>
            <a:ext cx="2560320" cy="3721608"/>
          </a:xfrm>
          <a:prstGeom prst="roundRect">
            <a:avLst>
              <a:gd name="adj" fmla="val 2857"/>
            </a:avLst>
          </a:prstGeom>
          <a:solidFill>
            <a:srgbClr val="12324F"/>
          </a:solidFill>
          <a:ln w="12700">
            <a:solidFill>
              <a:srgbClr val="D7E1E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052560" y="27889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Cumulative gates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9235440" y="3246120"/>
            <a:ext cx="2194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milestone re-checks everything below it.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gate passes only when every in-scope claim is verified — no drift, no gap.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9052560" y="56692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RTL isn't even 0.1-ready yet.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IT'S DIFFERENT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Grounded. Traceable. Trustworthy.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3566160" cy="38404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377440"/>
            <a:ext cx="731520" cy="731520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377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914400" y="32918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Indexes the tribal layer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914400" y="411480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tool that reads the decisions in reviews and meetings — not just one static spec.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43400" y="2011680"/>
            <a:ext cx="3566160" cy="38404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2377440"/>
            <a:ext cx="731520" cy="731520"/>
          </a:xfrm>
          <a:prstGeom prst="ellipse">
            <a:avLst/>
          </a:prstGeom>
          <a:solidFill>
            <a:srgbClr val="B8560F"/>
          </a:solidFill>
          <a:ln/>
        </p:spPr>
      </p:sp>
      <p:sp>
        <p:nvSpPr>
          <p:cNvPr id="12" name="Text 10"/>
          <p:cNvSpPr/>
          <p:nvPr/>
        </p:nvSpPr>
        <p:spPr>
          <a:xfrm>
            <a:off x="4663440" y="2377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617720" y="32918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Resolves source conflicts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617720" y="411480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Reconciles spec-vs-decision by authority + recency before ever touching the RTL.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046720" y="2011680"/>
            <a:ext cx="3566160" cy="38404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66760" y="2377440"/>
            <a:ext cx="731520" cy="731520"/>
          </a:xfrm>
          <a:prstGeom prst="ellipse">
            <a:avLst/>
          </a:prstGeom>
          <a:solidFill>
            <a:srgbClr val="5C2D91"/>
          </a:solidFill>
          <a:ln/>
        </p:spPr>
      </p:sp>
      <p:sp>
        <p:nvSpPr>
          <p:cNvPr id="17" name="Text 15"/>
          <p:cNvSpPr/>
          <p:nvPr/>
        </p:nvSpPr>
        <p:spPr>
          <a:xfrm>
            <a:off x="8366760" y="2377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8321040" y="32918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Cites every finding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321040" y="411480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result links to the exact HAS/MAS clause or decision it is grounded in. No hallucinations.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IMPACT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hours of review to seconds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21488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seconds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932688" y="30632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audit RTL against 4 intent layers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192024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17720" y="21488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100%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636008" y="30632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findings source-cited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046720" y="192024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321040" y="21488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C6B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8339328" y="30632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keys — runs fully offline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0080" y="39776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Who benefits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0080" y="4480560"/>
            <a:ext cx="108813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&amp; verification engineers — stop hand-diffing specs against RTL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Architects — see which top-level requirements are actually implemented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&amp; PMs — a living drift metric per commit, not a one-time review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IP teams — catch key/register drift before tapeout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685800"/>
            <a:ext cx="146304" cy="146304"/>
          </a:xfrm>
          <a:prstGeom prst="ellipse">
            <a:avLst/>
          </a:prstGeom>
          <a:solidFill>
            <a:srgbClr val="7FD4E0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57607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ROADMAP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105156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Built offline today — Azure OpenAI RAG tomorrow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103120"/>
            <a:ext cx="1042416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the TF-cosine index for Azure OpenAI embeddings + ChromaDB / FAISS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claim extraction from free-form spec prose (documented hook)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HDL parsing at scale (pyslang / pyverilog)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decision sources — Teams, ADO review comments, meeting transcripts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4892040"/>
            <a:ext cx="10515600" cy="1234440"/>
          </a:xfrm>
          <a:prstGeom prst="roundRect">
            <a:avLst>
              <a:gd name="adj" fmla="val 5926"/>
            </a:avLst>
          </a:prstGeom>
          <a:solidFill>
            <a:srgbClr val="1C4E7A"/>
          </a:solidFill>
          <a:ln w="12700">
            <a:solidFill>
              <a:srgbClr val="3E6E9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43000" y="50749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F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examples/run_demo.py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143000" y="55321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github.com/mayureshpiske19/mas-rtl-sentinel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635508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DB4C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Spec-RTL Sentinel — catching spec-to-silicon drift before it becomes a bug.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Spec-RTL Sentinel — Design Intent Auditor</dc:title>
  <dc:subject>PptxGenJS Presentation</dc:subject>
  <dc:creator>Mayuresh Piske</dc:creator>
  <cp:lastModifiedBy>Mayuresh Piske</cp:lastModifiedBy>
  <cp:revision>1</cp:revision>
  <dcterms:created xsi:type="dcterms:W3CDTF">2026-09-04T18:05:57Z</dcterms:created>
  <dcterms:modified xsi:type="dcterms:W3CDTF">2026-09-04T18:05:57Z</dcterms:modified>
</cp:coreProperties>
</file>