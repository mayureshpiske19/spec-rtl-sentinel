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E515F7-15B9-4748-AAFB-6C386C242028}" v="1" dt="2026-09-05T15:31:46.6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6" y="2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uresh Piske" userId="aeb3d3e9-2c13-446e-8fc0-83f22db42824" providerId="ADAL" clId="{76688486-0801-4EB8-8479-3CA377FA07D4}"/>
    <pc:docChg chg="undo custSel modSld">
      <pc:chgData name="Mayuresh Piske" userId="aeb3d3e9-2c13-446e-8fc0-83f22db42824" providerId="ADAL" clId="{76688486-0801-4EB8-8479-3CA377FA07D4}" dt="2026-09-05T15:34:31.937" v="134" actId="1076"/>
      <pc:docMkLst>
        <pc:docMk/>
      </pc:docMkLst>
      <pc:sldChg chg="addSp modSp mod">
        <pc:chgData name="Mayuresh Piske" userId="aeb3d3e9-2c13-446e-8fc0-83f22db42824" providerId="ADAL" clId="{76688486-0801-4EB8-8479-3CA377FA07D4}" dt="2026-09-05T15:14:52.947" v="113" actId="404"/>
        <pc:sldMkLst>
          <pc:docMk/>
          <pc:sldMk cId="0" sldId="256"/>
        </pc:sldMkLst>
        <pc:spChg chg="mod">
          <ac:chgData name="Mayuresh Piske" userId="aeb3d3e9-2c13-446e-8fc0-83f22db42824" providerId="ADAL" clId="{76688486-0801-4EB8-8479-3CA377FA07D4}" dt="2026-09-05T15:14:40.267" v="104" actId="20577"/>
          <ac:spMkLst>
            <pc:docMk/>
            <pc:sldMk cId="0" sldId="256"/>
            <ac:spMk id="17" creationId="{00000000-0000-0000-0000-000000000000}"/>
          </ac:spMkLst>
        </pc:spChg>
        <pc:spChg chg="add mod">
          <ac:chgData name="Mayuresh Piske" userId="aeb3d3e9-2c13-446e-8fc0-83f22db42824" providerId="ADAL" clId="{76688486-0801-4EB8-8479-3CA377FA07D4}" dt="2026-09-05T15:14:52.947" v="113" actId="404"/>
          <ac:spMkLst>
            <pc:docMk/>
            <pc:sldMk cId="0" sldId="256"/>
            <ac:spMk id="19" creationId="{8731F071-4729-E9AF-C629-533D86DEBEA2}"/>
          </ac:spMkLst>
        </pc:spChg>
      </pc:sldChg>
      <pc:sldChg chg="addSp modSp mod">
        <pc:chgData name="Mayuresh Piske" userId="aeb3d3e9-2c13-446e-8fc0-83f22db42824" providerId="ADAL" clId="{76688486-0801-4EB8-8479-3CA377FA07D4}" dt="2026-09-05T15:33:49.837" v="121" actId="14100"/>
        <pc:sldMkLst>
          <pc:docMk/>
          <pc:sldMk cId="0" sldId="257"/>
        </pc:sldMkLst>
        <pc:spChg chg="add mod">
          <ac:chgData name="Mayuresh Piske" userId="aeb3d3e9-2c13-446e-8fc0-83f22db42824" providerId="ADAL" clId="{76688486-0801-4EB8-8479-3CA377FA07D4}" dt="2026-09-05T15:33:49.837" v="121" actId="14100"/>
          <ac:spMkLst>
            <pc:docMk/>
            <pc:sldMk cId="0" sldId="257"/>
            <ac:spMk id="19" creationId="{7F27F073-B621-650F-84F3-C9DBD53DB2D0}"/>
          </ac:spMkLst>
        </pc:spChg>
      </pc:sldChg>
      <pc:sldChg chg="addSp mod">
        <pc:chgData name="Mayuresh Piske" userId="aeb3d3e9-2c13-446e-8fc0-83f22db42824" providerId="ADAL" clId="{76688486-0801-4EB8-8479-3CA377FA07D4}" dt="2026-09-05T15:33:53.861" v="122" actId="22"/>
        <pc:sldMkLst>
          <pc:docMk/>
          <pc:sldMk cId="0" sldId="258"/>
        </pc:sldMkLst>
        <pc:spChg chg="add">
          <ac:chgData name="Mayuresh Piske" userId="aeb3d3e9-2c13-446e-8fc0-83f22db42824" providerId="ADAL" clId="{76688486-0801-4EB8-8479-3CA377FA07D4}" dt="2026-09-05T15:33:53.861" v="122" actId="22"/>
          <ac:spMkLst>
            <pc:docMk/>
            <pc:sldMk cId="0" sldId="258"/>
            <ac:spMk id="27" creationId="{6D3AE265-6647-D192-AFB8-DD3446F87356}"/>
          </ac:spMkLst>
        </pc:spChg>
      </pc:sldChg>
      <pc:sldChg chg="addSp mod">
        <pc:chgData name="Mayuresh Piske" userId="aeb3d3e9-2c13-446e-8fc0-83f22db42824" providerId="ADAL" clId="{76688486-0801-4EB8-8479-3CA377FA07D4}" dt="2026-09-05T15:33:56.582" v="123" actId="22"/>
        <pc:sldMkLst>
          <pc:docMk/>
          <pc:sldMk cId="0" sldId="259"/>
        </pc:sldMkLst>
        <pc:spChg chg="add">
          <ac:chgData name="Mayuresh Piske" userId="aeb3d3e9-2c13-446e-8fc0-83f22db42824" providerId="ADAL" clId="{76688486-0801-4EB8-8479-3CA377FA07D4}" dt="2026-09-05T15:33:56.582" v="123" actId="22"/>
          <ac:spMkLst>
            <pc:docMk/>
            <pc:sldMk cId="0" sldId="259"/>
            <ac:spMk id="27" creationId="{F8849967-8F42-B486-2EE2-8F68F53C6908}"/>
          </ac:spMkLst>
        </pc:spChg>
      </pc:sldChg>
      <pc:sldChg chg="addSp delSp modSp mod">
        <pc:chgData name="Mayuresh Piske" userId="aeb3d3e9-2c13-446e-8fc0-83f22db42824" providerId="ADAL" clId="{76688486-0801-4EB8-8479-3CA377FA07D4}" dt="2026-09-05T15:33:58.190" v="124" actId="22"/>
        <pc:sldMkLst>
          <pc:docMk/>
          <pc:sldMk cId="0" sldId="260"/>
        </pc:sldMkLst>
        <pc:spChg chg="add">
          <ac:chgData name="Mayuresh Piske" userId="aeb3d3e9-2c13-446e-8fc0-83f22db42824" providerId="ADAL" clId="{76688486-0801-4EB8-8479-3CA377FA07D4}" dt="2026-09-05T15:33:58.190" v="124" actId="22"/>
          <ac:spMkLst>
            <pc:docMk/>
            <pc:sldMk cId="0" sldId="260"/>
            <ac:spMk id="7" creationId="{7FFE3023-7056-4330-C149-CB70C2849902}"/>
          </ac:spMkLst>
        </pc:spChg>
        <pc:picChg chg="del">
          <ac:chgData name="Mayuresh Piske" userId="aeb3d3e9-2c13-446e-8fc0-83f22db42824" providerId="ADAL" clId="{76688486-0801-4EB8-8479-3CA377FA07D4}" dt="2026-09-04T19:27:22.492" v="0" actId="478"/>
          <ac:picMkLst>
            <pc:docMk/>
            <pc:sldMk cId="0" sldId="260"/>
            <ac:picMk id="5" creationId="{00000000-0000-0000-0000-000000000000}"/>
          </ac:picMkLst>
        </pc:picChg>
        <pc:picChg chg="add mod">
          <ac:chgData name="Mayuresh Piske" userId="aeb3d3e9-2c13-446e-8fc0-83f22db42824" providerId="ADAL" clId="{76688486-0801-4EB8-8479-3CA377FA07D4}" dt="2026-09-04T19:27:45.856" v="3" actId="1076"/>
          <ac:picMkLst>
            <pc:docMk/>
            <pc:sldMk cId="0" sldId="260"/>
            <ac:picMk id="6" creationId="{465530B9-9763-EA4B-618B-C055AB3984BE}"/>
          </ac:picMkLst>
        </pc:picChg>
      </pc:sldChg>
      <pc:sldChg chg="addSp modSp mod">
        <pc:chgData name="Mayuresh Piske" userId="aeb3d3e9-2c13-446e-8fc0-83f22db42824" providerId="ADAL" clId="{76688486-0801-4EB8-8479-3CA377FA07D4}" dt="2026-09-05T15:34:06.111" v="126" actId="1076"/>
        <pc:sldMkLst>
          <pc:docMk/>
          <pc:sldMk cId="0" sldId="261"/>
        </pc:sldMkLst>
        <pc:spChg chg="mod">
          <ac:chgData name="Mayuresh Piske" userId="aeb3d3e9-2c13-446e-8fc0-83f22db42824" providerId="ADAL" clId="{76688486-0801-4EB8-8479-3CA377FA07D4}" dt="2026-09-05T15:34:06.111" v="126" actId="1076"/>
          <ac:spMkLst>
            <pc:docMk/>
            <pc:sldMk cId="0" sldId="261"/>
            <ac:spMk id="41" creationId="{00000000-0000-0000-0000-000000000000}"/>
          </ac:spMkLst>
        </pc:spChg>
        <pc:spChg chg="add">
          <ac:chgData name="Mayuresh Piske" userId="aeb3d3e9-2c13-446e-8fc0-83f22db42824" providerId="ADAL" clId="{76688486-0801-4EB8-8479-3CA377FA07D4}" dt="2026-09-05T15:33:59.787" v="125" actId="22"/>
          <ac:spMkLst>
            <pc:docMk/>
            <pc:sldMk cId="0" sldId="261"/>
            <ac:spMk id="43" creationId="{EA485733-FEF1-127D-6C2C-3683286CBA9D}"/>
          </ac:spMkLst>
        </pc:spChg>
      </pc:sldChg>
      <pc:sldChg chg="addSp modSp mod">
        <pc:chgData name="Mayuresh Piske" userId="aeb3d3e9-2c13-446e-8fc0-83f22db42824" providerId="ADAL" clId="{76688486-0801-4EB8-8479-3CA377FA07D4}" dt="2026-09-05T15:34:14.517" v="128" actId="1076"/>
        <pc:sldMkLst>
          <pc:docMk/>
          <pc:sldMk cId="0" sldId="262"/>
        </pc:sldMkLst>
        <pc:spChg chg="add mod">
          <ac:chgData name="Mayuresh Piske" userId="aeb3d3e9-2c13-446e-8fc0-83f22db42824" providerId="ADAL" clId="{76688486-0801-4EB8-8479-3CA377FA07D4}" dt="2026-09-05T15:34:14.517" v="128" actId="1076"/>
          <ac:spMkLst>
            <pc:docMk/>
            <pc:sldMk cId="0" sldId="262"/>
            <ac:spMk id="36" creationId="{DBC8F55F-6597-4454-AF48-7C488DFA6F06}"/>
          </ac:spMkLst>
        </pc:spChg>
      </pc:sldChg>
      <pc:sldChg chg="addSp mod">
        <pc:chgData name="Mayuresh Piske" userId="aeb3d3e9-2c13-446e-8fc0-83f22db42824" providerId="ADAL" clId="{76688486-0801-4EB8-8479-3CA377FA07D4}" dt="2026-09-05T15:34:16.766" v="129" actId="22"/>
        <pc:sldMkLst>
          <pc:docMk/>
          <pc:sldMk cId="0" sldId="263"/>
        </pc:sldMkLst>
        <pc:spChg chg="add">
          <ac:chgData name="Mayuresh Piske" userId="aeb3d3e9-2c13-446e-8fc0-83f22db42824" providerId="ADAL" clId="{76688486-0801-4EB8-8479-3CA377FA07D4}" dt="2026-09-05T15:34:16.766" v="129" actId="22"/>
          <ac:spMkLst>
            <pc:docMk/>
            <pc:sldMk cId="0" sldId="263"/>
            <ac:spMk id="39" creationId="{1B3666CF-A2EF-84AD-6DBB-8D719F336E2E}"/>
          </ac:spMkLst>
        </pc:spChg>
      </pc:sldChg>
      <pc:sldChg chg="addSp mod">
        <pc:chgData name="Mayuresh Piske" userId="aeb3d3e9-2c13-446e-8fc0-83f22db42824" providerId="ADAL" clId="{76688486-0801-4EB8-8479-3CA377FA07D4}" dt="2026-09-05T15:34:18.985" v="130" actId="22"/>
        <pc:sldMkLst>
          <pc:docMk/>
          <pc:sldMk cId="0" sldId="264"/>
        </pc:sldMkLst>
        <pc:spChg chg="add">
          <ac:chgData name="Mayuresh Piske" userId="aeb3d3e9-2c13-446e-8fc0-83f22db42824" providerId="ADAL" clId="{76688486-0801-4EB8-8479-3CA377FA07D4}" dt="2026-09-05T15:34:18.985" v="130" actId="22"/>
          <ac:spMkLst>
            <pc:docMk/>
            <pc:sldMk cId="0" sldId="264"/>
            <ac:spMk id="21" creationId="{46076EF9-0F0A-0BFF-2845-4220C41BB9A6}"/>
          </ac:spMkLst>
        </pc:spChg>
      </pc:sldChg>
      <pc:sldChg chg="addSp mod">
        <pc:chgData name="Mayuresh Piske" userId="aeb3d3e9-2c13-446e-8fc0-83f22db42824" providerId="ADAL" clId="{76688486-0801-4EB8-8479-3CA377FA07D4}" dt="2026-09-05T15:34:20.874" v="131" actId="22"/>
        <pc:sldMkLst>
          <pc:docMk/>
          <pc:sldMk cId="0" sldId="265"/>
        </pc:sldMkLst>
        <pc:spChg chg="add">
          <ac:chgData name="Mayuresh Piske" userId="aeb3d3e9-2c13-446e-8fc0-83f22db42824" providerId="ADAL" clId="{76688486-0801-4EB8-8479-3CA377FA07D4}" dt="2026-09-05T15:34:20.874" v="131" actId="22"/>
          <ac:spMkLst>
            <pc:docMk/>
            <pc:sldMk cId="0" sldId="265"/>
            <ac:spMk id="17" creationId="{0B101354-6E19-8B85-FBF1-D52CA88A748E}"/>
          </ac:spMkLst>
        </pc:spChg>
      </pc:sldChg>
      <pc:sldChg chg="addSp modSp mod">
        <pc:chgData name="Mayuresh Piske" userId="aeb3d3e9-2c13-446e-8fc0-83f22db42824" providerId="ADAL" clId="{76688486-0801-4EB8-8479-3CA377FA07D4}" dt="2026-09-05T15:34:31.937" v="134" actId="1076"/>
        <pc:sldMkLst>
          <pc:docMk/>
          <pc:sldMk cId="0" sldId="266"/>
        </pc:sldMkLst>
        <pc:spChg chg="mod">
          <ac:chgData name="Mayuresh Piske" userId="aeb3d3e9-2c13-446e-8fc0-83f22db42824" providerId="ADAL" clId="{76688486-0801-4EB8-8479-3CA377FA07D4}" dt="2026-09-05T15:34:28.030" v="133" actId="1076"/>
          <ac:spMkLst>
            <pc:docMk/>
            <pc:sldMk cId="0" sldId="266"/>
            <ac:spMk id="10" creationId="{00000000-0000-0000-0000-000000000000}"/>
          </ac:spMkLst>
        </pc:spChg>
        <pc:spChg chg="add mod">
          <ac:chgData name="Mayuresh Piske" userId="aeb3d3e9-2c13-446e-8fc0-83f22db42824" providerId="ADAL" clId="{76688486-0801-4EB8-8479-3CA377FA07D4}" dt="2026-09-05T15:34:31.937" v="134" actId="1076"/>
          <ac:spMkLst>
            <pc:docMk/>
            <pc:sldMk cId="0" sldId="266"/>
            <ac:spMk id="12" creationId="{808BB909-71BB-0DB8-31C1-52D29251FAF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5140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i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Intent Auditor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that catches spec-to-silicon drift before it becomes a bug.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68680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07208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807208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61688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45736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745736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0216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684264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684264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Spec-faithful RTL verification, grounded in design intent</a:t>
            </a:r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31F071-4729-E9AF-C629-533D86DEBEA2}"/>
              </a:ext>
            </a:extLst>
          </p:cNvPr>
          <p:cNvSpPr txBox="1"/>
          <p:nvPr/>
        </p:nvSpPr>
        <p:spPr>
          <a:xfrm>
            <a:off x="775048" y="5486400"/>
            <a:ext cx="60970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Mayuresh Piske </a:t>
            </a:r>
            <a:endParaRPr lang="en-IN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Specs and silicon drift apart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6126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is built from a MAS, which refines a HAS.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decisions — “widen the bus to 64-bit”, “move STATUS to 0x08” — live in reviews, chats, and meeting notes.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rarely make it back into the formal specs.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clause-by-clause cross-checking is slow, inconsistent, and dropped under schedule pressure.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132320" y="1783080"/>
            <a:ext cx="100584" cy="1417320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406640" y="19476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424928" y="26243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block, manual spec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3355848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7132320" y="3355848"/>
            <a:ext cx="100584" cy="1417320"/>
          </a:xfrm>
          <a:prstGeom prst="rect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406640" y="35204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24928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mismatch = silicon bug or security hole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0" y="4928616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7132320" y="4928616"/>
            <a:ext cx="100584" cy="1417320"/>
          </a:xfrm>
          <a:prstGeom prst="rect">
            <a:avLst/>
          </a:prstGeom>
          <a:solidFill>
            <a:srgbClr val="0C6B7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406640" y="50932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sources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7424928" y="57698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· MAS · decisions · RTL to reconcile</a:t>
            </a:r>
            <a:endParaRPr 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27F073-B621-650F-84F3-C9DBD53DB2D0}"/>
              </a:ext>
            </a:extLst>
          </p:cNvPr>
          <p:cNvSpPr txBox="1"/>
          <p:nvPr/>
        </p:nvSpPr>
        <p:spPr>
          <a:xfrm>
            <a:off x="161273" y="6488668"/>
            <a:ext cx="22499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spec-</a:t>
            </a:r>
            <a:r>
              <a:rPr lang="en-IN" sz="1100" dirty="0" err="1">
                <a:solidFill>
                  <a:schemeClr val="bg2">
                    <a:lumMod val="75000"/>
                  </a:schemeClr>
                </a:solidFill>
              </a:rPr>
              <a:t>rtl</a:t>
            </a:r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-sentinel · © 2026 Microsoft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tribal layer nobody indexes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specs capture the plan. The decisions that actually change the design live in the conversation around it — and no lint or spec-check tool reads that layer.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18872" cy="841248"/>
          </a:xfrm>
          <a:prstGeom prst="rect">
            <a:avLst/>
          </a:prstGeom>
          <a:solidFill>
            <a:srgbClr val="0F5E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F5E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46320" y="274320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intent — performance, concept, security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0" y="27432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640080" y="3685032"/>
            <a:ext cx="118872" cy="841248"/>
          </a:xfrm>
          <a:prstGeom prst="rect">
            <a:avLst/>
          </a:prstGeom>
          <a:solidFill>
            <a:srgbClr val="5C2D9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14400" y="368503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46320" y="36850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Micro-architecture detail — registers, widths, FSM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0" y="36850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DF0E2"/>
          </a:solidFill>
          <a:ln w="12700">
            <a:solidFill>
              <a:srgbClr val="B8560F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18872" cy="841248"/>
          </a:xfrm>
          <a:prstGeom prst="rect">
            <a:avLst/>
          </a:prstGeom>
          <a:solidFill>
            <a:srgbClr val="B8560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4400" y="462686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/ Reviews / Meetings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462686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Amendments that override or reinforce the specs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784080" y="46268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AS-AGREED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56869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40080" y="5568696"/>
            <a:ext cx="118872" cy="841248"/>
          </a:xfrm>
          <a:prstGeom prst="rect">
            <a:avLst/>
          </a:prstGeom>
          <a:solidFill>
            <a:srgbClr val="0E6B0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914400" y="5568696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6B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846320" y="556869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4080" y="55686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AS-BUILT</a:t>
            </a:r>
            <a:endParaRPr lang="en-US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3AE265-6647-D192-AFB8-DD3446F87356}"/>
              </a:ext>
            </a:extLst>
          </p:cNvPr>
          <p:cNvSpPr txBox="1"/>
          <p:nvPr/>
        </p:nvSpPr>
        <p:spPr>
          <a:xfrm>
            <a:off x="161273" y="6488668"/>
            <a:ext cx="22499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spec-</a:t>
            </a:r>
            <a:r>
              <a:rPr lang="en-IN" sz="1100" dirty="0" err="1">
                <a:solidFill>
                  <a:schemeClr val="bg2">
                    <a:lumMod val="75000"/>
                  </a:schemeClr>
                </a:solidFill>
              </a:rPr>
              <a:t>rtl</a:t>
            </a:r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-sentinel · © 2026 Microsoft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audit across every layer of intent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ingests all four layers into a RAG store, reconciles conflicts by authority, and checks RTL against the resolved intent — producing a clause-by-clause drift report.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96012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+ MAS + decisions + RTL into a grounded RAG store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2900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74904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74904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70332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Reconcile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0332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resolver settles spec-vs-decision conflicts by seniority + recency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53796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53796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9224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MAS → RTL; flag requirements never refined (gaps)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00684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932688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932688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8116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drift / missing / conflict / gap — each citing its source</a:t>
            </a:r>
            <a:endParaRPr lang="en-US" sz="13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849967-8F42-B486-2EE2-8F68F53C6908}"/>
              </a:ext>
            </a:extLst>
          </p:cNvPr>
          <p:cNvSpPr txBox="1"/>
          <p:nvPr/>
        </p:nvSpPr>
        <p:spPr>
          <a:xfrm>
            <a:off x="161273" y="6488668"/>
            <a:ext cx="22499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spec-</a:t>
            </a:r>
            <a:r>
              <a:rPr lang="en-IN" sz="1100" dirty="0" err="1">
                <a:solidFill>
                  <a:schemeClr val="bg2">
                    <a:lumMod val="75000"/>
                  </a:schemeClr>
                </a:solidFill>
              </a:rPr>
              <a:t>rtl</a:t>
            </a:r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-sentinel · © 2026 Microsoft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RAG pipeline</a:t>
            </a:r>
            <a:endParaRPr lang="en-US" sz="3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5530B9-9763-EA4B-618B-C055AB398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689" y="1627147"/>
            <a:ext cx="9145565" cy="46809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FFE3023-7056-4330-C149-CB70C2849902}"/>
              </a:ext>
            </a:extLst>
          </p:cNvPr>
          <p:cNvSpPr txBox="1"/>
          <p:nvPr/>
        </p:nvSpPr>
        <p:spPr>
          <a:xfrm>
            <a:off x="161273" y="6488668"/>
            <a:ext cx="22499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spec-</a:t>
            </a:r>
            <a:r>
              <a:rPr lang="en-IN" sz="1100" dirty="0" err="1">
                <a:solidFill>
                  <a:schemeClr val="bg2">
                    <a:lumMod val="75000"/>
                  </a:schemeClr>
                </a:solidFill>
              </a:rPr>
              <a:t>rtl</a:t>
            </a:r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-sentinel · © 2026 Microsoft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pipeline of specialised agents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96112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 Parser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top-level requirements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325112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581144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 Extractor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1144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→ testable claims, traced to HAS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8010144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8266176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Ingest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66176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Reviews/meetings w/ authority + 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40080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896112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Scanner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Ports, CSR map, FSM states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5112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4325112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581144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Authority Resolver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1144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 vs decisions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10144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8010144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8266176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Traceability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66176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HAS→MAS→RTL coverage + gaps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640080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896112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Mapper / Diff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6112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claims × RTL facts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25112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4325112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4581144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 Checker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81144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dynamic claims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10144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8010144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8266176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Generator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66176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drift report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94944" y="6241187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grounded in a dependency-free multi-source RAG store — runs fully offline.</a:t>
            </a:r>
            <a:endParaRPr lang="en-US" sz="13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A485733-FEF1-127D-6C2C-3683286CBA9D}"/>
              </a:ext>
            </a:extLst>
          </p:cNvPr>
          <p:cNvSpPr txBox="1"/>
          <p:nvPr/>
        </p:nvSpPr>
        <p:spPr>
          <a:xfrm>
            <a:off x="161273" y="6488668"/>
            <a:ext cx="22499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spec-</a:t>
            </a:r>
            <a:r>
              <a:rPr lang="en-IN" sz="1100" dirty="0" err="1">
                <a:solidFill>
                  <a:schemeClr val="bg2">
                    <a:lumMod val="75000"/>
                  </a:schemeClr>
                </a:solidFill>
              </a:rPr>
              <a:t>rtl</a:t>
            </a:r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-sentinel · © 2026 Microsoft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catches — in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🟥 Drift · high confidence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1396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is 32-bit; MAS and the Aug-28 arch review both require 64-bit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640080" y="256032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914400" y="265176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0.5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296265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lacks the WRITE_OUT state required by MAS §4.1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4400" y="347472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0.8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14400" y="378561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performance counter (MAS §3.3) not implemented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20624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109728" cy="731520"/>
          </a:xfrm>
          <a:prstGeom prst="rect">
            <a:avLst/>
          </a:prstGeom>
          <a:solidFill>
            <a:srgbClr val="B8560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914400" y="429768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Spec conflict · auto-resolved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460857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INT_STATUS: MAS 0x054 vs Sep-02 review 0x058 — RTL follows the review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02920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109728" cy="731520"/>
          </a:xfrm>
          <a:prstGeom prst="rect">
            <a:avLst/>
          </a:prstGeom>
          <a:solidFill>
            <a:srgbClr val="0C6B7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914400" y="512064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Undocumented · explained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543153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DBG_SCRATCH in RTL — an Aug-20 meeting flagged it as a temporary hook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8521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640080" y="5852160"/>
            <a:ext cx="109728" cy="731520"/>
          </a:xfrm>
          <a:prstGeom prst="rect">
            <a:avLst/>
          </a:prstGeom>
          <a:solidFill>
            <a:srgbClr val="5C2D9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914400" y="59436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 Traceability gap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14400" y="62544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(multi-clock CDC) was never refined into a MAS claim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869680" y="1737360"/>
            <a:ext cx="2743200" cy="4846320"/>
          </a:xfrm>
          <a:prstGeom prst="roundRect">
            <a:avLst>
              <a:gd name="adj" fmla="val 266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886968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ZEPHYR COSS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869680" y="2423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🚨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8869680" y="3200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DETECTED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8696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verified · 1 drift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missing · 1 conflict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· 1 undocumented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869680" y="5989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claims · one command · zero API keys</a:t>
            </a:r>
            <a:endParaRPr lang="en-US" sz="11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C8F55F-6597-4454-AF48-7C488DFA6F06}"/>
              </a:ext>
            </a:extLst>
          </p:cNvPr>
          <p:cNvSpPr txBox="1"/>
          <p:nvPr/>
        </p:nvSpPr>
        <p:spPr>
          <a:xfrm>
            <a:off x="92380" y="6583680"/>
            <a:ext cx="22499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spec-</a:t>
            </a:r>
            <a:r>
              <a:rPr lang="en-IN" sz="1100" dirty="0" err="1">
                <a:solidFill>
                  <a:schemeClr val="bg2">
                    <a:lumMod val="75000"/>
                  </a:schemeClr>
                </a:solidFill>
              </a:rPr>
              <a:t>rtl</a:t>
            </a:r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-sentinel · © 2026 Microsoft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RTL 0.1-clean? 0.5-clean?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is the golden reference — never flagged. </a:t>
            </a: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and RTL are checked against it milestone by milestone, so each stage only checks what should be done by then.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68680" y="2697480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624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 — interface ports + CSR registers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08760" y="2971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32-bit vs 64-bit drift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86600" y="25146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56432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868680" y="3639312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86868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Functional behavior (FSM, datapath)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08760" y="39136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missing WRITE_OUT 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86600" y="34564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40080" y="4398264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868680" y="4581144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868680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45079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Errors, DFT, perf counters, debug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08760" y="4855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counter not implemented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3982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" y="53400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640080" y="5340096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868680" y="5522976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868680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08760" y="544982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Overall / integration — everything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508760" y="57972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multi-clock CDC gap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86600" y="53400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052560" y="2514600"/>
            <a:ext cx="2560320" cy="3721608"/>
          </a:xfrm>
          <a:prstGeom prst="roundRect">
            <a:avLst>
              <a:gd name="adj" fmla="val 285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905256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Cumulative gates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35440" y="324612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milestone re-checks everything below it.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passes only when every in-scope claim is verified — no drift, no gap.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isn't even 0.1-ready yet.</a:t>
            </a:r>
            <a:endParaRPr lang="en-US" sz="125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B3666CF-A2EF-84AD-6DBB-8D719F336E2E}"/>
              </a:ext>
            </a:extLst>
          </p:cNvPr>
          <p:cNvSpPr txBox="1"/>
          <p:nvPr/>
        </p:nvSpPr>
        <p:spPr>
          <a:xfrm>
            <a:off x="161273" y="6488668"/>
            <a:ext cx="22499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spec-</a:t>
            </a:r>
            <a:r>
              <a:rPr lang="en-IN" sz="1100" dirty="0" err="1">
                <a:solidFill>
                  <a:schemeClr val="bg2">
                    <a:lumMod val="75000"/>
                  </a:schemeClr>
                </a:solidFill>
              </a:rPr>
              <a:t>rtl</a:t>
            </a:r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-sentinel · © 2026 Microsoft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IT'S DIFFERENT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Grounded. Traceable. Trustworthy.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60120" y="2377440"/>
            <a:ext cx="731520" cy="73152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Indexes the tribal layer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reads the decisions in reviews and meetings — not just one static spec.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663440" y="2377440"/>
            <a:ext cx="731520" cy="731520"/>
          </a:xfrm>
          <a:prstGeom prst="ellipse">
            <a:avLst/>
          </a:prstGeom>
          <a:solidFill>
            <a:srgbClr val="B8560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6634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17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Resolves source conflicts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spec-vs-decision by authority + recency before ever touching the RTL.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8366760" y="2377440"/>
            <a:ext cx="731520" cy="731520"/>
          </a:xfrm>
          <a:prstGeom prst="ellipse">
            <a:avLst/>
          </a:prstGeom>
          <a:solidFill>
            <a:srgbClr val="5C2D9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3667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Cites every finding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result links to the exact HAS/MAS clause or decision it is grounded in. No hallucinations.</a:t>
            </a:r>
            <a:endParaRPr 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076EF9-0F0A-0BFF-2845-4220C41BB9A6}"/>
              </a:ext>
            </a:extLst>
          </p:cNvPr>
          <p:cNvSpPr txBox="1"/>
          <p:nvPr/>
        </p:nvSpPr>
        <p:spPr>
          <a:xfrm>
            <a:off x="161273" y="6488668"/>
            <a:ext cx="22499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spec-</a:t>
            </a:r>
            <a:r>
              <a:rPr lang="en-IN" sz="1100" dirty="0" err="1">
                <a:solidFill>
                  <a:schemeClr val="bg2">
                    <a:lumMod val="75000"/>
                  </a:schemeClr>
                </a:solidFill>
              </a:rPr>
              <a:t>rtl</a:t>
            </a:r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-sentinel · © 2026 Microsoft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of review to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3268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audit RTL against 4 intent layers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61772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3600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findings source-cited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32104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3932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— runs fully offline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benefits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verification engineers — stop hand-diffing specs against RTL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 — see which top-level requirements are actually implemented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&amp; PMs — a living drift metric per commit, not a one-time review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IP teams — catch key/register drift before tapeout</a:t>
            </a:r>
            <a:endParaRPr lang="en-US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101354-6E19-8B85-FBF1-D52CA88A748E}"/>
              </a:ext>
            </a:extLst>
          </p:cNvPr>
          <p:cNvSpPr txBox="1"/>
          <p:nvPr/>
        </p:nvSpPr>
        <p:spPr>
          <a:xfrm>
            <a:off x="161273" y="6488668"/>
            <a:ext cx="22499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spec-</a:t>
            </a:r>
            <a:r>
              <a:rPr lang="en-IN" sz="1100" dirty="0" err="1">
                <a:solidFill>
                  <a:schemeClr val="bg2">
                    <a:lumMod val="75000"/>
                  </a:schemeClr>
                </a:solidFill>
              </a:rPr>
              <a:t>rtl</a:t>
            </a:r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-sentinel · © 2026 Microsoft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7FD4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051560" y="5760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offline today — Azure OpenAI RAG tomorrow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TF-cosine index for Azure OpenAI embeddings + ChromaDB / FAISS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claim extraction from free-form spec prose (documented hook)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HDL parsing at scale (pyslang / pyverilog)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 sources — Teams, ADO review comments, meeting transcripts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examples/run_demo.py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5532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github.com/mayureshpiske19/mas-rtl-sentinel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6203515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D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 — catching spec-to-silicon drift before it becomes a bug.</a:t>
            </a:r>
            <a:endParaRPr lang="en-US" sz="13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8BB909-71BB-0DB8-31C1-52D29251FAFD}"/>
              </a:ext>
            </a:extLst>
          </p:cNvPr>
          <p:cNvSpPr txBox="1"/>
          <p:nvPr/>
        </p:nvSpPr>
        <p:spPr>
          <a:xfrm>
            <a:off x="305322" y="6565077"/>
            <a:ext cx="22499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spec-</a:t>
            </a:r>
            <a:r>
              <a:rPr lang="en-IN" sz="1100" dirty="0" err="1">
                <a:solidFill>
                  <a:schemeClr val="bg2">
                    <a:lumMod val="75000"/>
                  </a:schemeClr>
                </a:solidFill>
              </a:rPr>
              <a:t>rtl</a:t>
            </a:r>
            <a:r>
              <a:rPr lang="en-IN" sz="1100" dirty="0">
                <a:solidFill>
                  <a:schemeClr val="bg2">
                    <a:lumMod val="75000"/>
                  </a:schemeClr>
                </a:solidFill>
              </a:rPr>
              <a:t>-sentinel · © 2026 Microsoft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973</Words>
  <Application>Microsoft Office PowerPoint</Application>
  <PresentationFormat>Widescreen</PresentationFormat>
  <Paragraphs>177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Spec-RTL Sentinel — Design Intent Auditor</dc:title>
  <dc:subject>PptxGenJS Presentation</dc:subject>
  <dc:creator>Mayuresh Piske</dc:creator>
  <cp:lastModifiedBy>Mayuresh Piske</cp:lastModifiedBy>
  <cp:revision>1</cp:revision>
  <dcterms:created xsi:type="dcterms:W3CDTF">2026-09-04T18:39:10Z</dcterms:created>
  <dcterms:modified xsi:type="dcterms:W3CDTF">2026-09-05T15:34:34Z</dcterms:modified>
</cp:coreProperties>
</file>