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87452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6868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i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Intent Ledger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6868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that catches spec-to-silicon drift before it becomes a bug.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423160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807208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07208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61688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45736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00216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684264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84264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Mayuresh Piske</a:t>
            </a:r>
            <a:pPr algn="l" indent="0" marL="0">
              <a:buNone/>
            </a:pPr>
            <a:r>
              <a:rPr lang="en-US" sz="14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Spec-faithful RTL verification, grounded in design intent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Specs and silicon drift apart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6126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is built from a MAS, which refines a HAS.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real decisions — “widen the bus to 64-bit”, “move STATUS to 0x08” — live in reviews, chats, and meeting notes.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rarely make it back into the formal specs.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clause-by-clause cross-checking is slow, inconsistent, and dropped under schedule pressure.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0" y="1783080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0" y="1783080"/>
            <a:ext cx="100584" cy="14173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0" y="194767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424928" y="26243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block, manual spec review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132320" y="3355848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0" y="3355848"/>
            <a:ext cx="100584" cy="1417320"/>
          </a:xfrm>
          <a:prstGeom prst="rect">
            <a:avLst/>
          </a:prstGeom>
          <a:solidFill>
            <a:srgbClr val="12324F"/>
          </a:solidFill>
          <a:ln/>
        </p:spPr>
      </p:sp>
      <p:sp>
        <p:nvSpPr>
          <p:cNvPr id="12" name="Text 10"/>
          <p:cNvSpPr/>
          <p:nvPr/>
        </p:nvSpPr>
        <p:spPr>
          <a:xfrm>
            <a:off x="7406640" y="35204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7424928" y="41970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mismatch = silicon bug or security hole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32320" y="4928616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0" y="4928616"/>
            <a:ext cx="100584" cy="1417320"/>
          </a:xfrm>
          <a:prstGeom prst="rect">
            <a:avLst/>
          </a:prstGeom>
          <a:solidFill>
            <a:srgbClr val="0C6B78"/>
          </a:solidFill>
          <a:ln/>
        </p:spPr>
      </p:sp>
      <p:sp>
        <p:nvSpPr>
          <p:cNvPr id="16" name="Text 14"/>
          <p:cNvSpPr/>
          <p:nvPr/>
        </p:nvSpPr>
        <p:spPr>
          <a:xfrm>
            <a:off x="7406640" y="509320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sources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7424928" y="576986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· MAS · decisions · RTL to reconcile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INSIGHT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tribal layer nobody indexes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specs capture the plan. The decisions that actually change the design live in the conversation around it — and no lint or spec-check tool reads that layer.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743200"/>
            <a:ext cx="118872" cy="841248"/>
          </a:xfrm>
          <a:prstGeom prst="rect">
            <a:avLst/>
          </a:prstGeom>
          <a:solidFill>
            <a:srgbClr val="0F5EA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74320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5E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846320" y="2743200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intent — performance, concept, security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0" y="27432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685032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685032"/>
            <a:ext cx="118872" cy="841248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685032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846320" y="3685032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Micro-architecture detail — registers, widths, FSM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784080" y="36850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WHAT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26864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DF0E2"/>
          </a:solidFill>
          <a:ln w="12700">
            <a:solidFill>
              <a:srgbClr val="B8560F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626864"/>
            <a:ext cx="118872" cy="841248"/>
          </a:xfrm>
          <a:prstGeom prst="rect">
            <a:avLst/>
          </a:prstGeom>
          <a:solidFill>
            <a:srgbClr val="B8560F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626864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85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 / Reviews / Meetings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846320" y="4626864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Amendments that override or reinforce the specs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784080" y="46268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AS-AGREED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5568696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5568696"/>
            <a:ext cx="118872" cy="841248"/>
          </a:xfrm>
          <a:prstGeom prst="rect">
            <a:avLst/>
          </a:prstGeom>
          <a:solidFill>
            <a:srgbClr val="0E6B0E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568696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6B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846320" y="5568696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implementation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784080" y="55686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AS-BUILT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ledger across every layer of intent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ingests all four layers into a RAG store, reconciles conflicts by authority, and checks RTL against the resolved intent — producing a clause-by-clause drift report.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Ingest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1440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+ MAS + decisions + RTL into a grounded RAG store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42900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74904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13" name="Text 11"/>
          <p:cNvSpPr/>
          <p:nvPr/>
        </p:nvSpPr>
        <p:spPr>
          <a:xfrm>
            <a:off x="374904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70332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Reconcile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70332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resolver settles spec-vs-decision conflicts by seniority + recency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3796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9224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9224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→ MAS → RTL; flag requirements never refined (gaps)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00684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2688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2811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28116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/ drift / missing / conflict / gap — each citing its source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Multi-agent RAG pipeline</a:t>
            </a:r>
            <a:endParaRPr lang="en-US" sz="3000" dirty="0"/>
          </a:p>
        </p:txBody>
      </p:sp>
      <p:pic>
        <p:nvPicPr>
          <p:cNvPr id="5" name="Image 0" descr="doc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00200"/>
            <a:ext cx="1124712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pipeline of specialised agents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 Parser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top-level requirements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5112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25112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1" name="Text 9"/>
          <p:cNvSpPr/>
          <p:nvPr/>
        </p:nvSpPr>
        <p:spPr>
          <a:xfrm>
            <a:off x="4581144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 Extractor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81144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→ testable claims, traced to HAS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10144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10144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5" name="Text 13"/>
          <p:cNvSpPr/>
          <p:nvPr/>
        </p:nvSpPr>
        <p:spPr>
          <a:xfrm>
            <a:off x="8266176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Ingest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66176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Reviews/meetings w/ authority + date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Scanner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96112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Ports, CSR map, FSM states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5112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25112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23" name="Text 21"/>
          <p:cNvSpPr/>
          <p:nvPr/>
        </p:nvSpPr>
        <p:spPr>
          <a:xfrm>
            <a:off x="4581144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Authority Resolver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81144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 vs decisions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10144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10144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27" name="Text 25"/>
          <p:cNvSpPr/>
          <p:nvPr/>
        </p:nvSpPr>
        <p:spPr>
          <a:xfrm>
            <a:off x="8266176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Traceability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66176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HAS→MAS→RTL coverage + gaps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Mapper / Diff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96112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claims × RTL facts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25112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25112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5" name="Text 33"/>
          <p:cNvSpPr/>
          <p:nvPr/>
        </p:nvSpPr>
        <p:spPr>
          <a:xfrm>
            <a:off x="4581144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 Checker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581144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dynamic claims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10144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10144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9" name="Text 37"/>
          <p:cNvSpPr/>
          <p:nvPr/>
        </p:nvSpPr>
        <p:spPr>
          <a:xfrm>
            <a:off x="8266176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 Generator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266176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drift ledger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40080" y="6400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grounded in a dependency-free multi-source RAG store — runs fully offline.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catches — in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79552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83080"/>
            <a:ext cx="109728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9280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🟥 Drift · high confidence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bus is 32-bit; MAS and the Aug-12 arch review both require 64-bit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24912"/>
            <a:ext cx="79552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724912"/>
            <a:ext cx="109728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346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 + conflict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14400" y="3182112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register absent; MAS says 0x04 but Aug-25 design review moved it to 0x08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666744"/>
            <a:ext cx="79552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666744"/>
            <a:ext cx="109728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7764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14400" y="4123944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FSM lacks the ERROR state required by HAS-04 / MAS §4.1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608576"/>
            <a:ext cx="79552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608576"/>
            <a:ext cx="109728" cy="841248"/>
          </a:xfrm>
          <a:prstGeom prst="rect">
            <a:avLst/>
          </a:prstGeom>
          <a:solidFill>
            <a:srgbClr val="0C6B78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718304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Undocumented · explained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14400" y="5065776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register in RTL — a July-30 meeting flagged it as a temporary hook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5550408"/>
            <a:ext cx="79552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5550408"/>
            <a:ext cx="109728" cy="841248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660136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▲ Traceability gap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914400" y="600760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HAS-05 (single-cycle read latency) was never refined into a MAS claim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869680" y="1783080"/>
            <a:ext cx="2743200" cy="4709160"/>
          </a:xfrm>
          <a:prstGeom prst="roundRect">
            <a:avLst>
              <a:gd name="adj" fmla="val 266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0" y="2103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869680" y="2514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🚨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8869680" y="33375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DRIFT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DETECTED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869680" y="43891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verified · 1 drift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missing · 1 conflict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· 1 undocumented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8869680" y="5943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· zero API keys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MILESTONE GATES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 the RTL 0.1-clean? 0.5-clean?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is the golden reference — never flagged. </a:t>
            </a:r>
            <a:pPr indent="0" marL="0">
              <a:buNone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and RTL are checked against it milestone by milestone, so each stage only checks what should be done by then.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514600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697480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697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2624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Boundary — interface ports + CSR registers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08760" y="29718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32-bit drift · STATUS missing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86600" y="25146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456432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456432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39312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393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0876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Functional behavior (FSM, datapath)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508760" y="39136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FSM ERROR state missing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86600" y="34564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439826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398264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22" name="Shape 20"/>
          <p:cNvSpPr/>
          <p:nvPr/>
        </p:nvSpPr>
        <p:spPr>
          <a:xfrm>
            <a:off x="868680" y="4581144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4581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08760" y="45079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Errors, DFT, perf counters, debug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508760" y="48554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scan_en missing · latency gap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86600" y="43982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40080" y="53400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" y="5340096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29" name="Shape 27"/>
          <p:cNvSpPr/>
          <p:nvPr/>
        </p:nvSpPr>
        <p:spPr>
          <a:xfrm>
            <a:off x="868680" y="5522976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30" name="Text 28"/>
          <p:cNvSpPr/>
          <p:nvPr/>
        </p:nvSpPr>
        <p:spPr>
          <a:xfrm>
            <a:off x="868680" y="5522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1.0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08760" y="544982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Overall / integration — everything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508760" y="579729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spec-faithful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086600" y="53400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9052560" y="2514600"/>
            <a:ext cx="2560320" cy="3721608"/>
          </a:xfrm>
          <a:prstGeom prst="roundRect">
            <a:avLst>
              <a:gd name="adj" fmla="val 285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05256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Cumulative gates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35440" y="324612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milestone re-checks everything below it.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 passes only when every in-scope claim is verified — no drift, no gap.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05256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isn't even 0.1-ready yet.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IT'S DIFFERENT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Grounded. Traceable. Trustworthy.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377440"/>
            <a:ext cx="731520" cy="73152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Indexes the tribal layer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tool that reads the decisions in reviews and meetings — not just one static spec.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2377440"/>
            <a:ext cx="731520" cy="731520"/>
          </a:xfrm>
          <a:prstGeom prst="ellipse">
            <a:avLst/>
          </a:prstGeom>
          <a:solidFill>
            <a:srgbClr val="B8560F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1772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Resolves source conflicts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1772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spec-vs-decision by authority + recency before ever touching the RTL.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66760" y="2377440"/>
            <a:ext cx="731520" cy="731520"/>
          </a:xfrm>
          <a:prstGeom prst="ellipse">
            <a:avLst/>
          </a:prstGeom>
          <a:solidFill>
            <a:srgbClr val="5C2D91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32104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Cites every finding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32104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result links to the exact HAS/MAS clause or decision it is grounded in. No hallucinations.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hours of review to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seconds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3268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audit RTL against 4 intent layers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63600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findings source-cited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2104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3932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— runs fully offline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benefits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4480560"/>
            <a:ext cx="108813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verification engineers — stop hand-diffing specs against RTL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Architects — see which top-level requirements are actually implemented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&amp; PMs — a living drift metric per commit, not a one-time review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IP teams — catch key/register drift before tapeout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685800"/>
            <a:ext cx="146304" cy="146304"/>
          </a:xfrm>
          <a:prstGeom prst="ellipse">
            <a:avLst/>
          </a:prstGeom>
          <a:solidFill>
            <a:srgbClr val="7FD4E0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5760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offline today — Azure OpenAI RAG tomorrow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104241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TF-cosine index for Azure OpenAI embeddings + ChromaDB / FAISS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claim extraction from free-form spec prose (documented hook)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HDL parsing at scale (pyslang / pyverilog)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decision sources — Teams, ADO review comments, meeting transcripts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10515600" cy="1234440"/>
          </a:xfrm>
          <a:prstGeom prst="roundRect">
            <a:avLst>
              <a:gd name="adj" fmla="val 5926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5074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examples/run_demo.py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5532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github.com/mayureshpiske19/mas-rtl-sentinel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6355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B4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 — catching spec-to-silicon drift before it becomes a bug.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Spec-RTL Sentinel — Design Intent Ledger</dc:title>
  <dc:subject>PptxGenJS Presentation</dc:subject>
  <dc:creator>Mayuresh Piske</dc:creator>
  <cp:lastModifiedBy>Mayuresh Piske</cp:lastModifiedBy>
  <cp:revision>1</cp:revision>
  <dcterms:created xsi:type="dcterms:W3CDTF">2026-09-04T14:53:18Z</dcterms:created>
  <dcterms:modified xsi:type="dcterms:W3CDTF">2026-09-04T14:53:18Z</dcterms:modified>
</cp:coreProperties>
</file>