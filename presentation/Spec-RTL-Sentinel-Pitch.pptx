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SPEC-RTL SENTINEL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Intent Ledger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that catches spec-to-silicon drift before it becomes a bug.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7208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45736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0216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84264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4264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Mayuresh Piske</a:t>
            </a:r>
            <a:pPr algn="l"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Spec-faithful RTL verification, grounded in design intent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Specs and silicon drift apart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built from a MAS, which refines a HAS.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decisions — “widen the bus to 64-bit”, “move STATUS to 0x08” — live in reviews, chats, and meeting notes.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rarely make it back into the formal specs.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clause-by-clause cross-checking is slow, inconsistent, and dropped under schedule pressure.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783080"/>
            <a:ext cx="100584" cy="1417320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9476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24928" y="2624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block, manual spec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3355848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3355848"/>
            <a:ext cx="100584" cy="1417320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520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24928" y="4197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mismatch = silicon bug or security hole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492861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4928616"/>
            <a:ext cx="100584" cy="1417320"/>
          </a:xfrm>
          <a:prstGeom prst="rect">
            <a:avLst/>
          </a:prstGeom>
          <a:solidFill>
            <a:srgbClr val="0C6B78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50932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sources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24928" y="5769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MAS · decisions · RTL to reconcile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tribal layer nobody indexes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specs capture the plan. The decisions that actually change the design live in the conversation around it — and no lint or spec-check tool reads that layer.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118872" cy="841248"/>
          </a:xfrm>
          <a:prstGeom prst="rect">
            <a:avLst/>
          </a:prstGeom>
          <a:solidFill>
            <a:srgbClr val="0F5EA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5E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intent — performance, concept, 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0" y="2743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850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118872" cy="84124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8503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68503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Micro-architecture detail — registers, widths, FSM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0" y="3685032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DF0E2"/>
          </a:solidFill>
          <a:ln w="12700">
            <a:solidFill>
              <a:srgbClr val="B8560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626864"/>
            <a:ext cx="118872" cy="841248"/>
          </a:xfrm>
          <a:prstGeom prst="rect">
            <a:avLst/>
          </a:prstGeom>
          <a:solidFill>
            <a:srgbClr val="B8560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2686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85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/ Reviews / Meetings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46268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Amendments that override or reinforce the specs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4626864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AS-AGREED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56869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568696"/>
            <a:ext cx="118872" cy="841248"/>
          </a:xfrm>
          <a:prstGeom prst="rect">
            <a:avLst/>
          </a:prstGeom>
          <a:solidFill>
            <a:srgbClr val="0E6B0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6B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556869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556869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AS-BUILT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ledger across every layer of intent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ingests all four layers into a RAG store, reconciles conflicts by authority, and checks RTL against the resolved intent — producing a clause-by-clause drift report.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+ MAS + decisions + RTL into a grounded RAG store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resolver settles spec-vs-decision conflicts by seniority + recency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→ MAS → RTL; flag requirements never refined (gaps)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00684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8116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drift / missing / conflict / gap — each citing its source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RAG pipeline</a:t>
            </a:r>
            <a:endParaRPr lang="en-US" sz="3000" dirty="0"/>
          </a:p>
        </p:txBody>
      </p:sp>
      <p:pic>
        <p:nvPicPr>
          <p:cNvPr id="5" name="Image 0" descr="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pipeline of specialised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 Parser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top-level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Extractor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1144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→ testable claims, traced to HAS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Ingest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Reviews/meetings w/ authority + 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Scanner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CSR map, FSM states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5112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5112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23" name="Text 21"/>
          <p:cNvSpPr/>
          <p:nvPr/>
        </p:nvSpPr>
        <p:spPr>
          <a:xfrm>
            <a:off x="4581144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Authority Resolver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1144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spec vs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10144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6176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HAS→MAS→RTL coverage + gaps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Mapper / Diff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claims × RTL facts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25112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25112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5" name="Text 33"/>
          <p:cNvSpPr/>
          <p:nvPr/>
        </p:nvSpPr>
        <p:spPr>
          <a:xfrm>
            <a:off x="4581144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 Checker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81144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dynamic claims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10144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10144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9" name="Text 37"/>
          <p:cNvSpPr/>
          <p:nvPr/>
        </p:nvSpPr>
        <p:spPr>
          <a:xfrm>
            <a:off x="8266176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Generator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66176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drift ledger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grounded in a dependency-free multi-source RAG store — runs fully offline.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 — in seconds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92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🟥 Drift · high confidence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bus is 32-bit; MAS and the Aug-12 arch review both require 64-bit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24912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Missing + conflict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1821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register absent; MAS says 0x04 but Aug-25 design review moved it to 0x08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66744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764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Missing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1239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lacks the ERROR state required by HAS-04 / MAS §4.1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608576"/>
            <a:ext cx="109728" cy="841248"/>
          </a:xfrm>
          <a:prstGeom prst="rect">
            <a:avLst/>
          </a:prstGeom>
          <a:solidFill>
            <a:srgbClr val="0C6B7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183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Undocumented · explained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50657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register in RTL — a July-30 meeting flagged it as a temporary hook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550408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5550408"/>
            <a:ext cx="109728" cy="84124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60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 Traceability gap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6007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HAS-05 (single-cycle read latency) was never refined into a MAS claim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9680" y="1783080"/>
            <a:ext cx="2743200" cy="4709160"/>
          </a:xfrm>
          <a:prstGeom prst="roundRect">
            <a:avLst>
              <a:gd name="adj" fmla="val 2667"/>
            </a:avLst>
          </a:prstGeom>
          <a:solidFill>
            <a:srgbClr val="12324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🚨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86968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DETECTED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869680" y="4389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verified · 1 drift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missing · 1 conflict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gap · 1 undocumented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69680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F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· zero API keys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GATES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RTL 0.1-clean? 0.5-clean?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is the golden reference — never flagged. </a:t>
            </a:r>
            <a:pPr indent="0" marL="0">
              <a:buNone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and RTL are checked against it milestone by milestone, so each stage only checks what should be done by then.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118872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97480"/>
            <a:ext cx="475488" cy="475488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 — interface ports + CSR registers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32-bit drift · STATUS missing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FAIL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456432"/>
            <a:ext cx="118872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39312"/>
            <a:ext cx="475488" cy="475488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Functional behavior (FSM, datapath)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9136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ERROR state missing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3456432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FAIL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398264"/>
            <a:ext cx="118872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4581144"/>
            <a:ext cx="475488" cy="475488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Errors, DFT, perf counters, debug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508760" y="48554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scan_en missing · latency gap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6600" y="4398264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FAIL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3400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5340096"/>
            <a:ext cx="118872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5522976"/>
            <a:ext cx="475488" cy="475488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54498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/ integration — everything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508760" y="57972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spec-faithful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534009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FAIL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52560" y="2514600"/>
            <a:ext cx="2560320" cy="3721608"/>
          </a:xfrm>
          <a:prstGeom prst="roundRect">
            <a:avLst>
              <a:gd name="adj" fmla="val 2857"/>
            </a:avLst>
          </a:prstGeom>
          <a:solidFill>
            <a:srgbClr val="12324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Cumulative gates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35440" y="3246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re-checks everything below it.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passes only when every in-scope claim is verified — no drift, no gap.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5256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isn't even 0.1-ready yet.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Grounded. Traceable. Trustworthy.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731520" cy="73152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Indexes the tribal layer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tool that reads the decisions in reviews and meetings — not just one static spec.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77440"/>
            <a:ext cx="731520" cy="731520"/>
          </a:xfrm>
          <a:prstGeom prst="ellipse">
            <a:avLst/>
          </a:prstGeom>
          <a:solidFill>
            <a:srgbClr val="B8560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Resolves source conflicts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spec-vs-decision by authority + recency before ever touching the RTL.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377440"/>
            <a:ext cx="731520" cy="7315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Cites every finding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links to the exact HAS/MAS clause or decision it is grounded in. No hallucinations.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hours of review to seconds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 RTL against 4 intent layers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600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findings source-cited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3932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— runs fully offline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verification engineers — stop hand-diffing specs against RTL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— see which top-level requirements are actually implemented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PMs — a living drift metric per commit, not a one-time review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IP teams — catch key/register drift before tapeout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7FD4E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576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offline today — Azure OpenAI RAG tomorrow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TF-cosine index for Azure OpenAI embeddings + ChromaDB / FAISS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claim extraction from free-form spec prose (documented hook)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HDL parsing at scale (pyslang / pyverilog)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decision sources — Teams, ADO review comments, meeting transcripts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examples/run_demo.py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github.com/mayureshpiske19/mas-rtl-sentinel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Spec-RTL Sentinel — catching spec-to-silicon drift before it becomes a bug.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Spec-RTL Sentinel — Design Intent Ledger</dc:title>
  <dc:subject>PptxGenJS Presentation</dc:subject>
  <dc:creator>Mayuresh Piske</dc:creator>
  <cp:lastModifiedBy>Mayuresh Piske</cp:lastModifiedBy>
  <cp:revision>1</cp:revision>
  <dcterms:created xsi:type="dcterms:W3CDTF">2026-09-04T14:16:43Z</dcterms:created>
  <dcterms:modified xsi:type="dcterms:W3CDTF">2026-09-04T14:16:43Z</dcterms:modified>
</cp:coreProperties>
</file>